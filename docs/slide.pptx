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Outfit"/>
      <p:regular r:id="rId18"/>
      <p:bold r:id="rId19"/>
    </p:embeddedFont>
    <p:embeddedFont>
      <p:font typeface="Fira Cod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Cod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FiraCod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utfit-bold.fntdata"/><Relationship Id="rId6" Type="http://schemas.openxmlformats.org/officeDocument/2006/relationships/slide" Target="slides/slide1.xml"/><Relationship Id="rId18" Type="http://schemas.openxmlformats.org/officeDocument/2006/relationships/font" Target="fonts/Outfi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14.png"/><Relationship Id="rId13" Type="http://schemas.openxmlformats.org/officeDocument/2006/relationships/image" Target="../media/image3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16.png"/><Relationship Id="rId1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7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9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5.png"/><Relationship Id="rId9" Type="http://schemas.openxmlformats.org/officeDocument/2006/relationships/image" Target="../media/image34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Relationship Id="rId8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2575" y="1507033"/>
            <a:ext cx="14668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390661" y="2164258"/>
            <a:ext cx="5410676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Wippy Arena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· Emerald Edition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19337" y="3863280"/>
            <a:ext cx="75533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High-Fidelity Real-Time Competitive Programming Quiz Platform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4969966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433887" y="4969966"/>
            <a:ext cx="3667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Scan to Play: wippy-rosy.vercel.app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57412"/>
            <a:ext cx="514350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57412"/>
            <a:ext cx="514350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525" y="25479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152525" y="3119437"/>
            <a:ext cx="45805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Problem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52525" y="3595687"/>
            <a:ext cx="4362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Belajar programming seringkali terasa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lonely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dan membosankan. Platform kuis biasa atau dokumentasi text-heavy terasa terlalu kaku dan kurang memberikan adrenalin atau tantangan instan bagi developer.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5479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677025" y="3119437"/>
            <a:ext cx="45805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The Solution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77025" y="3595687"/>
            <a:ext cx="4362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Wippy Arena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menghadirkan gamifikasi secara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dengan visual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high-fidelity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Menggabungkan mekanik gameplay e-sports dengan materi coding sungguhan.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Learn to code, by battling!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Boring vs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The Exciting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7620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85912"/>
            <a:ext cx="33654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585912"/>
            <a:ext cx="33654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585912"/>
            <a:ext cx="33654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776537"/>
            <a:ext cx="11430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8475" y="2776537"/>
            <a:ext cx="1371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776537"/>
            <a:ext cx="10668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19288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057275" y="3128962"/>
            <a:ext cx="15701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Blazing Fast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57275" y="3605212"/>
            <a:ext cx="27749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Dibangun menggunakan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React 19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Vite 7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Styling mengadaptasi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Tailwind CSS v4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dipadukan dengan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Framer Motion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GSAP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untuk animasi 60fps yang butter-smooth.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08475" y="19288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708475" y="3128962"/>
            <a:ext cx="167020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Zero Latency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708475" y="3605212"/>
            <a:ext cx="2774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Ditenagai oleh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Socket.io 4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Menjamin sinkronisasi state antar pemain dengan latensi di bawah milidetik untuk pengalaman multiplayer battle yang kompetitif dan responsif.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59675" y="19288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359675" y="3128962"/>
            <a:ext cx="165020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Secure Cloud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59675" y="3605212"/>
            <a:ext cx="27749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Berjalan di atas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Node.js + Express 5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dengan database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MySQL (Aiven Cloud)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Frontend di-deploy di Vercel, sementara backend di Railway.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True modern cloud stack.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09675" y="20812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22775" y="20812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512075" y="20812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Tech Stack</a:t>
            </a: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Arsenal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7620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306169"/>
            <a:ext cx="5143500" cy="765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00101"/>
            <a:ext cx="5143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62025" y="5458569"/>
            <a:ext cx="4743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SCORING FORMULA: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5767089"/>
            <a:ext cx="4743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009626"/>
            <a:ext cx="51244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767036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190625" y="1738461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Real-Time Multiplayer Battle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90625" y="2090886"/>
            <a:ext cx="47148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Bertarung secara live di room yang tersinkronisasi. Mendukung private room dengan sistem password.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94039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1104900" y="2911822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Fire Streak &amp; Podium Reveal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104900" y="3264247"/>
            <a:ext cx="4800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Jawaban berturut-turut memicu efek visual epik. Dirayakan dengan podium GSAP dan Global Hall of Fame.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4113758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076325" y="4085183"/>
            <a:ext cx="4829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Brutal Scoring System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76325" y="4437608"/>
            <a:ext cx="48291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Kecepatan sangat penting. Salah sedikit, combo multiplier kembali ke nol.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Features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&amp; Scoring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7620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362450"/>
            <a:ext cx="64008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/>
          <p:nvPr/>
        </p:nvSpPr>
        <p:spPr>
          <a:xfrm>
            <a:off x="762000" y="4362450"/>
            <a:ext cx="10668000" cy="381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1821060" y="2838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111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376564" y="2838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111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8932217" y="2838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111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10142190" y="2838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111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703328" y="1493787"/>
            <a:ext cx="246421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01 / The Lobby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62000" y="1836687"/>
            <a:ext cx="234687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Landing page dengan efek </a:t>
            </a:r>
            <a:r>
              <a:rPr b="0" i="1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PixelBlast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b="0" i="1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Magic Bento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(Framer Motion).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258832" y="3286125"/>
            <a:ext cx="246421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02 / Preparation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317503" y="3629025"/>
            <a:ext cx="234687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Create/Join Room tersinkronisasi dan penjelasan via </a:t>
            </a:r>
            <a:r>
              <a:rPr b="0" i="1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Animated Tutorial Overlay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814484" y="1493787"/>
            <a:ext cx="246421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03 / The Arena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873156" y="1836687"/>
            <a:ext cx="234687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Live gameplay (PHP, JS, React) dengan indikator skor real-time dan Fire Streak combo.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024457" y="3286125"/>
            <a:ext cx="246421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04 / The Glory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083129" y="3629025"/>
            <a:ext cx="234687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Animasi Podium GSAP dan pencatatan nama pemenang di Global Hall of Fame MySQL.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Live Demo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Flow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7620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/>
          <p:nvPr/>
        </p:nvSpPr>
        <p:spPr>
          <a:xfrm>
            <a:off x="762000" y="808880"/>
            <a:ext cx="10668000" cy="167059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1524000" y="1047005"/>
            <a:ext cx="9620250" cy="119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Anti-Cheat Logic (Server-Side)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762000" y="808880"/>
            <a:ext cx="38100" cy="167059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762000" y="2765226"/>
            <a:ext cx="10668000" cy="197539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524000" y="3003351"/>
            <a:ext cx="9620250" cy="1499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State Syncing &amp; Race Conditions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762000" y="2765226"/>
            <a:ext cx="38100" cy="197539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762000" y="5026372"/>
            <a:ext cx="10668000" cy="1975395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1524000" y="5264497"/>
            <a:ext cx="9620250" cy="1499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60FPS Performance Rendering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762000" y="5026372"/>
            <a:ext cx="38100" cy="197539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1562100" y="1488876"/>
            <a:ext cx="9582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"Don't trust the client."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Semua validasi, perhitungan skor, dan timer dihitung mutlak di backend. Fitur inspeksi elemen atau manipulasi API dari sisi client tidak akan berpengaruh pada hasil akhir.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562100" y="3445222"/>
            <a:ext cx="9582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Menangani ribuan event per detik dari multiple clients. Menggunakan struktur data yang efisien di Node.js untuk mengatasi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race conditions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Socket.io saat pemain submit jawaban di milidetik yang sama.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562100" y="5706367"/>
            <a:ext cx="9582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Mengelola state React tanpa memicu re-render yang tidak perlu. Memanfaatkan Framer Motion dan GSAP murni untuk manipulasi DOM visual demi menjaga frame rate tinggi saat menunggu response server.</a:t>
            </a:r>
            <a:endParaRPr/>
          </a:p>
        </p:txBody>
      </p:sp>
      <p:pic>
        <p:nvPicPr>
          <p:cNvPr descr="image.png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975" y="103748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975" y="299382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75" y="525497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952500" y="-143619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Under The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Hood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762000" y="-143619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95650"/>
            <a:ext cx="2667000" cy="2070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0" y="3295650"/>
            <a:ext cx="2667000" cy="2070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0" y="3295650"/>
            <a:ext cx="2667000" cy="207064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495300" y="1491704"/>
            <a:ext cx="11201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Are You Ready for the </a:t>
            </a:r>
            <a:r>
              <a:rPr b="1" i="0" lang="en-US" sz="48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Arena?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762000" y="2453729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Terima kasih. Mari berkontribusi untuk ekosistem open-source!</a:t>
            </a:r>
            <a:endParaRPr/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00375" y="35909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2053113" y="4114800"/>
            <a:ext cx="21802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Play the Game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2105025" y="4476750"/>
            <a:ext cx="2076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wippy-rosy.vercel.app</a:t>
            </a:r>
            <a:endParaRPr/>
          </a:p>
        </p:txBody>
      </p:sp>
      <p:pic>
        <p:nvPicPr>
          <p:cNvPr descr="image.png" id="207" name="Google Shape;20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0262" y="3590925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5005863" y="4114800"/>
            <a:ext cx="21802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Star the Repo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5057775" y="4476750"/>
            <a:ext cx="2076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github.com/dzakwannajmi/Wippy</a:t>
            </a:r>
            <a:endParaRPr/>
          </a:p>
        </p:txBody>
      </p:sp>
      <p:pic>
        <p:nvPicPr>
          <p:cNvPr descr="image.png" id="210" name="Google Shape;21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10625" y="35909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7958613" y="4114800"/>
            <a:ext cx="21802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Q &amp; A Session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010525" y="4476750"/>
            <a:ext cx="2076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Ask me anything!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/>
          <p:nvPr/>
        </p:nvSpPr>
        <p:spPr>
          <a:xfrm>
            <a:off x="762000" y="3125241"/>
            <a:ext cx="90297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762000" y="3900487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762000" y="3900487"/>
            <a:ext cx="90297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1" name="Google Shape;2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746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1857375" y="3268116"/>
            <a:ext cx="79343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https://cdn.dribbble.com/userupload/43404588/file/original-d416da82c302a29345f1ded22a565584.png?resize=752x&amp;vertical=center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857375" y="3513832"/>
            <a:ext cx="79343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0594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1857375" y="4052887"/>
            <a:ext cx="79343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https://images.stockcake.com/public/6/1/d/61dc9088-9978-4a84-9daa-7e653ea1c741_large/neon-cyberpunk-grid-stockcake.jpg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857375" y="4298602"/>
            <a:ext cx="79343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Image Sources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762000" y="571500"/>
            <a:ext cx="571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